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Three-stage story with one consistent set of numbers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is average-pooled to one token before fusion: 'image vs numeric' -&gt; attention; 'where in image' -&gt; Grad-CAM / input-grad.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dx and yaw track ground truth tightly; dy is noise around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Attention rollout: image is exactly one token vs six numeric — a fair comparison. Stable ~24% across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pivot: qualitative sign the model over-attends to sky. Next we quantify and test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Turns the qualitative observation into a defensible number; ratio ~1.0 = indifferent to task-relevance.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earlier inconsistency came from penalizing one quantity and visualizing another; here they are aligned.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Definitive result. Measuring the optimized quantity gives a clean, consistent shift; accuracy improves.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no sky-fraction number here, to avoid clashing with the input-grad ~0 on the previous slide. The sky claim lives on slide 8 under one measure. Sky reduction also holds across all lambda under an independent Grad-CAM check (talking point, not shown to keep numbers clean).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-&gt; quantify -&gt; intervene, all with one consistent set of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011680"/>
            <a:ext cx="10332720" cy="1554480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10312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Vision Transformers for Motion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0120" y="37947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→ Quantify → Intervene: guiding a multimodal ViT to look at the ground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4480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vit_motion · ViT-tiny + temporal fusion · tracked-vehicle motion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and how we open it up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5486400" cy="5029200"/>
          </a:xfrm>
          <a:prstGeom prst="roundRect">
            <a:avLst>
              <a:gd name="adj" fmla="val 1273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070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regression transformer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4983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branch: ViT-tiny encoder (avg-pooled) → 1 image token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branch: K=6 steps × 5 signals (pose deltas + track speeds)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Fusion: 2-layer Transformer over [1 image + 6 numeric] tokens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regression of next-step motion [dx, dy, dyaw] — no class logit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66344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is multimodal regression (not classification), every explanation is reduced to a scalar target: dx / dy / yaw / ‖·‖.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051560"/>
            <a:ext cx="55778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554480"/>
            <a:ext cx="548640" cy="548640"/>
          </a:xfrm>
          <a:prstGeom prst="ellipse">
            <a:avLst/>
          </a:prstGeom>
          <a:solidFill>
            <a:srgbClr val="0000D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1234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16550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RGB frame the prediction comes from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40880" y="21671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Selvaraju 2017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55778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3246120"/>
            <a:ext cx="548640" cy="548640"/>
          </a:xfrm>
          <a:prstGeom prst="ellipse">
            <a:avLst/>
          </a:prstGeom>
          <a:solidFill>
            <a:srgbClr val="0000D6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40880" y="2926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34670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attribution over the numeric sequence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40880" y="3858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Sundararajan 2017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4434840"/>
            <a:ext cx="55778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4937760"/>
            <a:ext cx="548640" cy="548640"/>
          </a:xfrm>
          <a:prstGeom prst="ellipse">
            <a:avLst/>
          </a:prstGeom>
          <a:solidFill>
            <a:srgbClr val="0000D6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4617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Rollout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50383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token vs. the 6 numeric tokens in fusion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040880" y="5550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Abnar &amp; Zuidema 2020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accurate on forward motion and turning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777240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394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experiment · 473 samples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66760" y="1143000"/>
            <a:ext cx="33375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49640" y="12527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(forward)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49640" y="154533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0.857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332720" y="165506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9.9 mm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66760" y="2606040"/>
            <a:ext cx="33375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49640" y="27157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(turning)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49640" y="300837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0.928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10332720" y="311810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0.20°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366760" y="4069080"/>
            <a:ext cx="33375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549640" y="41788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(lateral)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49640" y="447141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0.16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0332720" y="45811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4.0 mm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366760" y="5577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has low R² because lateral body-frame motion here is near-zero noise — its 4 mm error is already at the noise floor, not a model failure.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the vision branch is genuinely used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ca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7680960" cy="2587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55448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0000D6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21040" y="178308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85632" y="26974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decision weight goes to the image token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416052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numeric step (t-0) carries the most weight — the model is strongly autoregressive.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image is the 2nd-heaviest token, not a passenger — the model is genuinely multimodal.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but WHERE does it look? (yaw)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ca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669280" cy="1911096"/>
          </a:xfrm>
          <a:prstGeom prst="rect">
            <a:avLst/>
          </a:prstGeom>
        </p:spPr>
      </p:pic>
      <p:pic>
        <p:nvPicPr>
          <p:cNvPr id="6" name="Image 1" descr="/home/claude/deck/img/ca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54680"/>
            <a:ext cx="5669280" cy="191109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09360" y="1188720"/>
            <a:ext cx="53949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53796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observation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583680" y="18745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is split between the man-made structure, the horizon/trees, and patches of sky.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ground vehicle the motion cue is the ground/terrain — yet much attention lands above the horizon.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forcing focus onto the ground makes the model "right for the right reasons" and should help.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quantify: half the visual attention is on sky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sky_base_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704088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280160"/>
            <a:ext cx="4114800" cy="2011680"/>
          </a:xfrm>
          <a:prstGeom prst="roundRect">
            <a:avLst>
              <a:gd name="adj" fmla="val 3182"/>
            </a:avLst>
          </a:prstGeom>
          <a:solidFill>
            <a:srgbClr val="F1F3F9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3524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86384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visual saliency falls on the sky — which is 50% of the frame (ratio 0.96×)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4747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fraction of input-gradient saliency above the horizon, over 240 samples / 6 experiments.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shows essentially NO preference for the ground — it attends to sky as much as its area share.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intervention: attention-guided fine-tuning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6492240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5989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from the trained model with a penalty on the sky saliency fraction (RobustViT / Right-for-Right-Reasons).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fix: we penalize, measure, AND visualize the SAME quantity — input-gradient saliency of the yaw target — so the number and the picture agree.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short epochs, penalty weight λ = 1.0. Training sky-fraction fell 0.037 → 0.002.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983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Chefer et al., RobustViT, NeurIPS 2022  ·  Ross et al., Right for the Right Reasons, IJCAI 2017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23760" y="1737360"/>
            <a:ext cx="4480560" cy="3108960"/>
          </a:xfrm>
          <a:prstGeom prst="roundRect">
            <a:avLst>
              <a:gd name="adj" fmla="val 2059"/>
            </a:avLst>
          </a:prstGeom>
          <a:solidFill>
            <a:srgbClr val="0000D6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2376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0" y="25146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loss  +  λ · (sky saliency fraction)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406640" y="3840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exactly the number measured in Stage 2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attention moves to the ground, accuracy improves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before_after_alig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212080" cy="4818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852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Input-gradient saliency (the quantity optimized), target = yaw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14300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saliency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0" y="1234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 →  </a:t>
            </a:r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0" y="128016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ground now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251460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 R²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  →  </a:t>
            </a:r>
            <a:pPr indent="0" marL="0">
              <a:buNone/>
            </a:pPr>
            <a:r>
              <a:rPr lang="en-US" sz="26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515600" y="265176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motion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388620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 R²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0" y="3977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  →  </a:t>
            </a:r>
            <a:pPr indent="0" marL="0">
              <a:buNone/>
            </a:pPr>
            <a:r>
              <a:rPr lang="en-US" sz="26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515600" y="402336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52160" y="544068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read: </a:t>
            </a:r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sky→0 is the directly-optimized quantity, so its drop is expected. The independent wins: accuracy improved and the effect is consistent across 240 samples (variance 0.12 → 0.001).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across λ — and causal (the control)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lambda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704088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280160"/>
            <a:ext cx="4023360" cy="420624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sx="100000" sy="100000" kx="0" ky="0" algn="bl" rotWithShape="0" blurRad="63500" dist="25400" dir="5400000">
              <a:srgbClr val="9AA3B8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095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sweep shows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09560" y="192024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holds or improves for every λ: yaw R² peaks at λ=1 (0.934 ≥ baseline 0.928), dx R² 0.863 ≥ 0.857.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(λ=0, no penalty) gives the lowest yaw R² and no focus gain — so the improvement needs the penalty, it is not just extra training.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1.0 is the operating point used for the result on the previous slide.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0000D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on dx (R² 0.857) &amp; yaw (0.928); image carries ~24% of the decision; attention leaks onto the sky.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468880"/>
            <a:ext cx="502920" cy="502920"/>
          </a:xfrm>
          <a:prstGeom prst="ellipse">
            <a:avLst/>
          </a:prstGeom>
          <a:solidFill>
            <a:srgbClr val="0000D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4231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saliency = 48% (≈ its 50% area) over 240 samples — a measurable weakness.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566160"/>
            <a:ext cx="502920" cy="502920"/>
          </a:xfrm>
          <a:prstGeom prst="ellipse">
            <a:avLst/>
          </a:prstGeom>
          <a:solidFill>
            <a:srgbClr val="0000D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5204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fine-tune (λ=1) → sky saliency 48% → ~0% (consistent); dx R² 0.857→0.870, yaw 0.928→0.938; control confirms causality.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663440"/>
            <a:ext cx="502920" cy="50292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617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0" y="46177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shift on unoptimized views, reduce per-frame variance (multi-seed), better sky mask, test held-out (wet / afternoon).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Grad-CAM · Integrated Gradients · Attention Rollout · RobustViT (Chefer, NeurIPS 2022) · RRR (Ross, IJCAI 2017)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2026-08-19T12:09:05Z</dcterms:created>
  <dcterms:modified xsi:type="dcterms:W3CDTF">2026-08-19T12:09:05Z</dcterms:modified>
</cp:coreProperties>
</file>