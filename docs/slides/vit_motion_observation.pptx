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first of a three-stage story: (1) observe what the model does and where it looks, (2) quantify a weakness, (3) intervene with a method from the literature and measure the effect.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architectural point: the image is average-pooled to a single token before fusion. So 'image vs numeric' is answered by attention (token level), and 'where in the image' by Grad-CAM. They are complementary.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dx and yaw track ground truth tightly. dy is high-frequency noise around zero — the model correctly predicts ~0. Frame low-R² honestly as a property of the signal, not a defect.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Attention is the principled way to compare image vs numeric here, because the image is exactly one token vs six numeric tokens — genuinely comparable. Across samples the image share is a stable ~23-25%.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pivot of the whole story: a qualitative observation that the model over-attends to irrelevant sky. Next stage turns this into a number and tests the hypothesis.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2 code and Stage 3 fine-tune are already implemented and tested; they run on Kaggle in one pass on the existing checkpoint. Present Stage 1 as complete, Stage 2-3 as results-in-progress.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restating the arc: observation done, quantification and intervention are the next milestones with code already in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E172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7452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Interpretable Vision Transformers for Motion Analysis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49808" y="3063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Observation: what the multimodal model learns, and where it looks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49808" y="3794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vit_motion  ·  ViT-tiny + temporal fusion  ·  tracked-vehicle motion prediction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research presentation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and how we open it up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multimodal regression transformer — not a plain image classifier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sx="100000" sy="100000" kx="0" ky="0" algn="bl" rotWithShape="0" blurRad="76200" dist="25400" dir="5400000">
              <a:srgbClr val="AAB7C4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is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branch: ViT-tiny encoder (avg-pooled) → 1 image token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branch: K=6 steps × 5 signals (pose deltas + track speeds)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Fusion: 2-layer Transformer encoder over [1 image + 6 numeric] tokens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regression of next-step motion [dx, dy, dyaw] — no class logit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448056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it is regression + multimodal, standard ViT saliency tools don't apply directly — every method is reduced to a scalar target (dx / dy / yaw / ‖·‖).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2011680"/>
            <a:ext cx="457200" cy="457200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995160" y="171907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Grad-CAM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995160" y="212140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 the RGB frame the prediction comes from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95160" y="257860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Selvaraju 2017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306324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3520440"/>
            <a:ext cx="457200" cy="457200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995160" y="322783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Integrated Gradients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995160" y="363016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Per-channel attribution over the numeric sequence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95160" y="408736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Sundararajan 2017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45720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5029200"/>
            <a:ext cx="457200" cy="457200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995160" y="473659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 Rollout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995160" y="513892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token vs. the 6 numeric tokens in the fusion encoder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95160" y="559612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Abnar &amp; Zuidema 2020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1 — the model predicts forward motion and turning well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experiment (473 samples)</a:t>
            </a:r>
            <a:endParaRPr lang="en-US" sz="1500" dirty="0"/>
          </a:p>
        </p:txBody>
      </p:sp>
      <p:pic>
        <p:nvPicPr>
          <p:cNvPr id="4" name="Image 0" descr="/home/claude/deck/img/p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08760"/>
            <a:ext cx="745236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60020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12480" y="17099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 (forward)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412480" y="198424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0.86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0058400" y="207568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9.9 mm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0" y="297180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0" y="30815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yaw (turning)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412480" y="335584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0.93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0058400" y="344728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0.20°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29600" y="434340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12480" y="44531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 (lateral)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412480" y="472744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0.16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10058400" y="481888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4.0 mm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229600" y="571500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 has low R² not because the model fails, but because lateral body-frame motion here is near-zero noise (little variance to explain); its 4 mm error is already at the noise floor.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2 — the vision branch is used, but numerics dominate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rollout inside the fusion encoder</a:t>
            </a:r>
            <a:endParaRPr lang="en-US" sz="1500" dirty="0"/>
          </a:p>
        </p:txBody>
      </p:sp>
      <p:pic>
        <p:nvPicPr>
          <p:cNvPr id="4" name="Image 0" descr="/home/claude/deck/img/cam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7863840" cy="2651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95360" y="2011680"/>
            <a:ext cx="3108960" cy="2011680"/>
          </a:xfrm>
          <a:prstGeom prst="roundRect">
            <a:avLst>
              <a:gd name="adj" fmla="val 4545"/>
            </a:avLst>
          </a:prstGeom>
          <a:solidFill>
            <a:srgbClr val="065A82"/>
          </a:solidFill>
          <a:ln/>
        </p:spPr>
      </p:sp>
      <p:sp>
        <p:nvSpPr>
          <p:cNvPr id="6" name="Text 3"/>
          <p:cNvSpPr/>
          <p:nvPr/>
        </p:nvSpPr>
        <p:spPr>
          <a:xfrm>
            <a:off x="8595360" y="22402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~24%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732520" y="30632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decision weight goes to the image token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457200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recent numeric step (t-0) carries the most weight — the model is strongly autoregressive.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image is not ignored: it is the 2nd-heaviest token, evidence the model is genuinely multimodal.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3 — but WHERE in the image does it look?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for the turning (yaw) prediction</a:t>
            </a:r>
            <a:endParaRPr lang="en-US" sz="1500" dirty="0"/>
          </a:p>
        </p:txBody>
      </p:sp>
      <p:pic>
        <p:nvPicPr>
          <p:cNvPr id="4" name="Image 0" descr="/home/claude/deck/img/cam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5577840" cy="1874520"/>
          </a:xfrm>
          <a:prstGeom prst="rect">
            <a:avLst/>
          </a:prstGeom>
        </p:spPr>
      </p:pic>
      <p:pic>
        <p:nvPicPr>
          <p:cNvPr id="5" name="Image 1" descr="/home/claude/deck/img/cam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11880"/>
            <a:ext cx="5577840" cy="18745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400800" y="1737360"/>
            <a:ext cx="530352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67512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observation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6720840" y="2377440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Saliency is split between the man-made structure, the horizon/trees, and patches of the sky.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ground vehicle, the motion-relevant cue is the ground/terrain — yet a visible share of attention lands above the horizon.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focusing the model on the ground should make it "right for the right reasons" and improve robustness.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research arc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qualitative observation to a measured intervention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393192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sx="100000" sy="100000" kx="0" ky="0" algn="bl" rotWithShape="0" blurRad="63500" dist="25400" dir="5400000">
              <a:srgbClr val="AAB7C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00200" y="2057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41248" y="2880360"/>
            <a:ext cx="30175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3 interpretability views. Model is accurate on dx/yaw, uses the image ~24%, but attention leaks onto the sky.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5120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737360"/>
            <a:ext cx="3566160" cy="393192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sx="100000" sy="100000" kx="0" ky="0" algn="bl" rotWithShape="0" blurRad="63500" dist="25400" dir="5400000">
              <a:srgbClr val="AAB7C4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19659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394960" y="2057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Quantify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636008" y="2880360"/>
            <a:ext cx="30175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fraction of Grad-CAM mass in the sky vs. ground over many samples — a single number, a saliency-to-area ratio.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36008" y="5120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BUILT, READY TO RUN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38160" y="1737360"/>
            <a:ext cx="3566160" cy="393192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sx="100000" sy="100000" kx="0" ky="0" algn="bl" rotWithShape="0" blurRad="63500" dist="25400" dir="5400000">
              <a:srgbClr val="AAB7C4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0" y="196596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189720" y="2057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Intervene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430768" y="2880360"/>
            <a:ext cx="30175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Attention-guided fine-tune (RobustViT / Right-for-Right-Reasons) that minimizes sky saliency; re-measure focus and accuracy.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30768" y="5120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508760" y="17830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Accurate where it counts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08760" y="224028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0.86 (dx) and 0.93 (yaw) on held-out data; dy is signal-limited noise.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246120"/>
            <a:ext cx="457200" cy="457200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31546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Genuinely multimodal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08760" y="361188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 branch carries ~24% of the decision weight — not a token passenger.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4617720"/>
            <a:ext cx="457200" cy="457200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08760" y="45262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concrete weakness to fix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08760" y="498348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shows attention leaking onto the sky; the plan quantifies and corrects it.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 Grad-CAM (Selvaraju 2017) · Integrated Gradients (Sundararajan 2017) · Attention Rollout (Abnar 2020) · RobustViT (Chefer, NeurIPS 2022)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2026-08-17T06:35:40Z</dcterms:created>
  <dcterms:modified xsi:type="dcterms:W3CDTF">2026-08-17T06:35:40Z</dcterms:modified>
</cp:coreProperties>
</file>